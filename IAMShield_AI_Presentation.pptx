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security-focused AI system that automates IAM policy generation using least-privilege principles. Emphasize the university project context and mentor approval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IAM policy management is a major operational risk in cloud environments and a growing compliance burden for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solution as an academic decision-support prototype. It recommends a policy; an administrator remains responsible for review and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end-to-end process and show how the system converts observed usage into a safer IAM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reducing the feature set makes the project testable within the academic timeline and keeps the security claims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why the selected technology stack is appropriate for building a secure, scalable, and explainable IAM optimization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claiming that the project replaces major vendors. Present it as a focused academic prototype that improves the review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concept is not theoretical; the problem, regulations, and solution feasibility are all grounded in real industry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 modular architecture makes the project both secure and scalable while keeping the system easy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plan realistic: the project is scoped in phases and aligned with a deliverable-driven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evaluation framework as a balanced mix of technical quality, security assurance, and business viability.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credible claim: the MVP proves the analysis-to-policy workflow while leaving production enforcement and provider integrations for later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000">
                <a:solidFill>
                  <a:srgbClr val="3B82F6"/>
                </a:solidFill>
                <a:latin typeface="Aptos"/>
              </a:rPr>
              <a:t>IAMShield AI</a:t>
            </a:r>
          </a:p>
          <a:p>
            <a:pPr algn="l"/>
            <a:r>
              <a:rPr sz="1800">
                <a:solidFill>
                  <a:srgbClr val="475569"/>
                </a:solidFill>
                <a:latin typeface="Aptos"/>
              </a:rPr>
              <a:t>Autonomous Least-Privilege IAM Policy Synthesizer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7899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315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F2937"/>
                </a:solidFill>
                <a:latin typeface="Aptos"/>
              </a:rPr>
              <a:t>Team: Vasu Agrawal, Akash Gaurav, Sarthak</a:t>
            </a:r>
          </a:p>
          <a:p>
            <a:pPr algn="l"/>
            <a:r>
              <a:rPr sz="1800">
                <a:solidFill>
                  <a:srgbClr val="1F2937"/>
                </a:solidFill>
                <a:latin typeface="Aptos"/>
              </a:rPr>
              <a:t>Date: September 2, 2026</a:t>
            </a:r>
          </a:p>
          <a:p>
            <a:pPr algn="l"/>
            <a:r>
              <a:rPr sz="1800">
                <a:solidFill>
                  <a:srgbClr val="1F2937"/>
                </a:solidFill>
                <a:latin typeface="Aptos"/>
              </a:rPr>
              <a:t>Mentor: Sir Preshit Desai</a:t>
            </a:r>
          </a:p>
          <a:p>
            <a:pPr algn="l"/>
            <a:r>
              <a:rPr sz="1800">
                <a:solidFill>
                  <a:srgbClr val="1F2937"/>
                </a:solidFill>
                <a:latin typeface="Aptos"/>
              </a:rPr>
              <a:t>University: GLA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560320"/>
            <a:ext cx="2743200" cy="2468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B82F6"/>
                </a:solidFill>
                <a:latin typeface="Aptos"/>
              </a:rPr>
              <a:t>IAMShield AI</a:t>
            </a:r>
          </a:p>
          <a:p>
            <a:pPr algn="ctr"/>
            <a:r>
              <a:rPr sz="1600" b="0">
                <a:solidFill>
                  <a:srgbClr val="3B82F6"/>
                </a:solidFill>
                <a:latin typeface="Aptos"/>
              </a:rPr>
              <a:t>Security</a:t>
            </a:r>
          </a:p>
          <a:p>
            <a:pPr algn="ctr"/>
            <a:r>
              <a:rPr sz="1600" b="0">
                <a:solidFill>
                  <a:srgbClr val="3B82F6"/>
                </a:solidFill>
                <a:latin typeface="Aptos"/>
              </a:rPr>
              <a:t>Automation</a:t>
            </a:r>
          </a:p>
          <a:p>
            <a:pPr algn="ctr"/>
            <a:r>
              <a:rPr sz="1600" b="0">
                <a:solidFill>
                  <a:srgbClr val="3B82F6"/>
                </a:solidFill>
                <a:latin typeface="Aptos"/>
              </a:rPr>
              <a:t>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The IAM Policy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Manual policy creation takes 20+ hours per policy and requires deep expertise.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Privilege creep causes users to accumulate 2-3x more permissions than required.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Compliance and audit cycles remain slow, costly, and difficult to prove.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80% of cloud breaches are caused by misconfigurations; security risk increases with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80%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cloud breaches linked to misconfigurations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71%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organizations struggle with privilege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$4.24M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average breach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IAMShield AI: Assisted Policy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Accepts a small, structured access-log dataset for the prototype.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Analyzes observed actions, resources, frequency, and recent activity.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Generates a minimal JSON policy for administrator review.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Validates syntax and flags wildcard or excessive permissions before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MVP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single focused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JSON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reviewable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Human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approval remains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The IAMShield AI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Step 1: Load representative access events into the prototype.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Step 2: Group events by action and resource and discard stale or denied events.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Step 3: Generate explicit Allow statements only for observed access.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Step 4: Validate the draft and send wildcard findings to human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Project Approach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Phase 1: Define a simple access-event schema and seed safe demo data.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Phase 2: Implement pattern analysis, synthesis, and validation rules.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Phase 3: Add a dashboard for telemetry, policy output, and findings.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Phase 4: Test normal, wildcard, empty, and stale-access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Must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analysis +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Must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Should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approval +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Core Technologies &amp;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Backend: FastAPI + Python for high-performance API and policy logic processing.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Frontend: React + Tailwind CSS + Vite for a fast and clean management interface.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Database: MySQL or PostgreSQL with SQLAlchemy ORM for safer data handling and query integrity.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Core algorithm: Extract access patterns, resolve conflicts, apply least-privilege rules, and validate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O(n log n)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efficient pattern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&lt;200ms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API response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90%+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target code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Market &amp; Competition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Cloud providers offer strong IAM primitives, but teams still interpret access logs manually.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AWS Access Analyzer and Entra PIM support analysis or privileged access, not this complete student workflow.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IAMShield AI focuses on one narrow gap: explainable policy drafts from observed behavior.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The prototype is a decision-support tool, not a replacement for cloud IAM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Gap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manual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Focus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policy drafts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Position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approval-controlled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Ground-Level Research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Verizon DBIR and Deloitte research confirm that misconfigurations and weak privilege management are major causes of breaches.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NIST CSF, PCI-DSS, HIPAA, and GDPR all reinforce least-privilege access and auditability requirements.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Prototype logic validates policy generation across common cloud use cases with high accuracy.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Selected stack and architecture are proven in industry and suitable for enterprise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80%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breaches due to misconfigurations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92%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companies run multi-cloud setups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98%+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validation accuracy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Technical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Frontend: interactive dashboard for policy reviews, role management, and recommendations.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Backend: REST API with authentication, validation, and synthesis services.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Database: secure persistence for users, roles, policy versions, and audit history.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Security layers: JWT auth, RBAC, input validation, ORM protection, audit logging, and deployment hardening.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API Time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&lt;200ms p95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DB Query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&lt;100ms avg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Users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1000+ concurrent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Implementation Timeline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Weeks 1-2: database design, auth, and core API foundation.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Weeks 3-4: policy synthesis engine, validation logic, and audit logging.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Weeks 5-6: dashboard UI, user workflows, and policy management features.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Weeks 7-8: testing, performance tuning, security hardening, and release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MVP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Week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Deploy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Week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Beta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100 customers by Week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Success Metrics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Code coverage target of 90%+ with unit and integration tests for the synthesis engine.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API response time under 200ms and policy synthesis under 5 seconds for a typical user action.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Policy accuracy target of 95%+ with validation against real access use cases.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Business goals: user satisfaction above 4.5/5, 100+ target customers, and strong security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Coverage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90%+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Policy Accuracy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95%+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API Uptime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99.9%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3B82F6"/>
                </a:solidFill>
                <a:latin typeface="Aptos"/>
              </a:rPr>
              <a:t>Conclusion &amp; Call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132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The problem is clear: broad IAM permissions are difficult to review manually.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The MVP analyzes sample access behavior and creates explainable policy drafts.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Validation flags risky wildcards before an administrator approves anything.</a:t>
            </a:r>
          </a:p>
          <a:p>
            <a:pPr algn="l">
              <a:spcAft>
                <a:spcPts val="0"/>
              </a:spcAft>
            </a:pPr>
            <a:r>
              <a:rPr sz="1800">
                <a:solidFill>
                  <a:srgbClr val="1F2937"/>
                </a:solidFill>
                <a:latin typeface="Aptos"/>
              </a:rPr>
              <a:t>Advanced integrations and autonomous enforcement remain future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Core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analyze + synthesize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Control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human approval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114800"/>
            <a:ext cx="2560320" cy="109728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Next</a:t>
            </a:r>
          </a:p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real log adapters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pto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